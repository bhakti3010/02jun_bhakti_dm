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5" d="100"/>
          <a:sy n="65" d="100"/>
        </p:scale>
        <p:origin x="724" y="-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3C9C-F0A5-C707-9F77-4979D464B3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80347D-D9BF-1EBA-6F47-F9658A6BB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4416C-A166-F968-E27F-E4B32131B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B2EFA-46E4-419E-B695-CD30068F6D06}" type="datetimeFigureOut">
              <a:rPr lang="en-US" smtClean="0"/>
              <a:t>05/11/2025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EC78D-C242-F6D1-9FDC-BA1BF8676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FF170-B49C-5305-3ED3-46705FA09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38A-9E9F-408F-B220-797800019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37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B781C-F8B6-CD1F-E20F-40ADDFE0A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AE3A5-8F9B-9A9B-0A35-52A36DB56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0A205-2C3C-0E6B-8B4D-1E3AAB589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B2EFA-46E4-419E-B695-CD30068F6D06}" type="datetimeFigureOut">
              <a:rPr lang="en-US" smtClean="0"/>
              <a:t>05/11/2025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0E259-24A7-CAEE-7C71-92228678F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E6691-3339-7546-1619-077C65884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38A-9E9F-408F-B220-797800019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663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791BE-8D9E-07FB-2DB9-529B307FF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426EC-07B6-04ED-82DD-8713DA62D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6913F-F645-5056-0940-39911ACB9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B2EFA-46E4-419E-B695-CD30068F6D06}" type="datetimeFigureOut">
              <a:rPr lang="en-US" smtClean="0"/>
              <a:t>05/11/2025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D79E7F-1809-4404-1916-0C72F4D91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F0E59-3008-B9A2-B209-3DC3F2934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38A-9E9F-408F-B220-797800019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404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22B20-1318-43AA-A096-9766545CF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B5B79-E9F7-FC84-0033-D722992E7D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504E54-ACF4-E7A6-4A22-801E939B34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1336A-2528-1A37-9379-09405E083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B2EFA-46E4-419E-B695-CD30068F6D06}" type="datetimeFigureOut">
              <a:rPr lang="en-US" smtClean="0"/>
              <a:t>05/11/2025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713560-1C5C-1561-BF26-51DD77510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AE0771-EB44-A519-7A94-46B830335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38A-9E9F-408F-B220-797800019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405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BEBE9-7D1E-586D-0E4F-B1513ECAD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DB18C3-BC0B-98DF-6772-C4A7196B4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99CB8F-37AC-3C5A-0824-A98BCB1E48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A358D0-0902-11E6-D727-9580A911A8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966444-7EC5-39EC-962F-5BA3AE15A0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18E4E6-E5FE-8E84-3422-FBA8FFA42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B2EFA-46E4-419E-B695-CD30068F6D06}" type="datetimeFigureOut">
              <a:rPr lang="en-US" smtClean="0"/>
              <a:t>05/11/2025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965B92-9AEE-6E0A-5766-806BB4708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6E61C6-CA57-F387-6A86-DD6EDBDF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38A-9E9F-408F-B220-797800019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274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E8235-2AE1-0007-9292-3CE9DADF6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E8D03B-718D-2ED0-5DA1-35CF7122C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B2EFA-46E4-419E-B695-CD30068F6D06}" type="datetimeFigureOut">
              <a:rPr lang="en-US" smtClean="0"/>
              <a:t>05/11/2025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9F5FEC-025A-37A9-173D-CF4AFD20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C479A-73FC-B107-DFB4-F729C273D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38A-9E9F-408F-B220-797800019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763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635A40-FEEB-CEE5-47D9-3F3436BD4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B2EFA-46E4-419E-B695-CD30068F6D06}" type="datetimeFigureOut">
              <a:rPr lang="en-US" smtClean="0"/>
              <a:t>05/11/2025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221D58-D9DB-5DDD-0A7A-E702CB820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A5E91A-3A33-672F-6B0E-A60B41E4E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38A-9E9F-408F-B220-797800019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08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C66BE-9E0F-E910-A67F-EABEAE8F7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D2139-C689-BDEB-F5CA-58DBDDC69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F4B81D-3E3B-6DF0-6199-1ACFB82318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FA2FE2-E7BA-9A2B-3C69-9D49360AB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B2EFA-46E4-419E-B695-CD30068F6D06}" type="datetimeFigureOut">
              <a:rPr lang="en-US" smtClean="0"/>
              <a:t>05/11/2025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494DC6-F8A0-0865-8D20-DB4D6A774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9109B7-93CD-62BA-AA1C-5DC323183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38A-9E9F-408F-B220-797800019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611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DD68C-0DB3-97C3-3206-2F5E79CC1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206867-B656-E631-C4AA-470E75B0E7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A370B0-ACBD-9BFE-9907-81E0D86836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556959-F927-6210-FF54-AB4C1A7CC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B2EFA-46E4-419E-B695-CD30068F6D06}" type="datetimeFigureOut">
              <a:rPr lang="en-US" smtClean="0"/>
              <a:t>05/11/2025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0A3166-1131-FD86-53AF-A571859B2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F08596-7810-4CE6-B104-1235A21F8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38A-9E9F-408F-B220-797800019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611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70D0A-F088-0902-3E85-6CFC56DAD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78C53D-AC3D-7089-A2D4-B70E8BE082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DAAD2-1439-B9B4-EEAD-7B2542E04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B2EFA-46E4-419E-B695-CD30068F6D06}" type="datetimeFigureOut">
              <a:rPr lang="en-US" smtClean="0"/>
              <a:t>05/11/2025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2D149-4588-B44C-9706-8FDB55766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AF3D8-EE7F-9F86-32A0-A1D74BEF8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38A-9E9F-408F-B220-797800019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11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C99AB7-3D17-6413-B72E-851D7DE831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74EC17-C071-0F97-82E8-E4FC8E9487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CCDE2-A29C-BA88-0C3E-E20F4E9AA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B2EFA-46E4-419E-B695-CD30068F6D06}" type="datetimeFigureOut">
              <a:rPr lang="en-US" smtClean="0"/>
              <a:t>05/11/2025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7F253-02CD-B626-DB33-B41904B50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C99DB-E302-B1E9-5C55-6199AC90B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38A-9E9F-408F-B220-797800019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621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E33C70-AC10-1A26-CF9B-0C7FEF343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D89BA8-36A4-D74D-F5D2-B7F7132AC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CDA43-55A8-3E5D-F6C9-5F52A5DA9B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2B2EFA-46E4-419E-B695-CD30068F6D06}" type="datetimeFigureOut">
              <a:rPr lang="en-US" smtClean="0"/>
              <a:t>05/11/2025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00584-178C-BCC4-65DA-7B8BD75BE5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57067-5ADE-5D13-E158-E6F82BCBC5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0D38A-9E9F-408F-B220-797800019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823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igimintnow.blogspot.com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146C26-9771-AFDA-A8A8-4C207B82829B}"/>
              </a:ext>
            </a:extLst>
          </p:cNvPr>
          <p:cNvSpPr/>
          <p:nvPr/>
        </p:nvSpPr>
        <p:spPr>
          <a:xfrm>
            <a:off x="801384" y="563182"/>
            <a:ext cx="9349484" cy="35394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/>
              <a:t>Track the following interactions in Google tag manager for </a:t>
            </a:r>
            <a:r>
              <a:rPr lang="en-US" sz="3200" dirty="0">
                <a:hlinkClick r:id="rId2"/>
              </a:rPr>
              <a:t>https://digimintnow.blogspot.com/</a:t>
            </a:r>
            <a:r>
              <a:rPr lang="en-US" sz="3200" dirty="0"/>
              <a:t> </a:t>
            </a:r>
          </a:p>
          <a:p>
            <a:pPr algn="ctr"/>
            <a:endParaRPr lang="en-US" sz="3200" dirty="0"/>
          </a:p>
          <a:p>
            <a:r>
              <a:rPr lang="en-US" sz="3200" dirty="0"/>
              <a:t> ● Link clicks </a:t>
            </a:r>
          </a:p>
          <a:p>
            <a:r>
              <a:rPr lang="en-US" sz="3200" dirty="0"/>
              <a:t>● Page load </a:t>
            </a:r>
          </a:p>
          <a:p>
            <a:r>
              <a:rPr lang="en-US" sz="3200" dirty="0"/>
              <a:t>● Time (How long a visitor stayed on a particular page ) </a:t>
            </a:r>
          </a:p>
          <a:p>
            <a:r>
              <a:rPr lang="en-US" sz="3200" dirty="0"/>
              <a:t>● Button click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76648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91406C-1839-91E1-1D32-7082FB78A1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39" y="225260"/>
            <a:ext cx="12103722" cy="6407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887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B42FDF-33E7-7A0B-73F5-41BF8794B6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14" y="834891"/>
            <a:ext cx="12097372" cy="518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142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4F32B3-327B-7570-78A3-896FAFCEA1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23" y="634856"/>
            <a:ext cx="11741753" cy="558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020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5BDEBF-1D42-7E7D-80B2-96C352266E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15" y="666608"/>
            <a:ext cx="12046569" cy="552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936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1448CD-5537-8A1C-E635-16CE241173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8" y="666608"/>
            <a:ext cx="12116423" cy="552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982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EDA124-D50B-B0E3-9196-BA7022953D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7" y="809490"/>
            <a:ext cx="12154525" cy="523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228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F4A072-E6A6-B652-2C60-E1F43F75DD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699" y="653907"/>
            <a:ext cx="11684601" cy="555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008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49CEB7-DBF8-DCEF-F5C9-C81D13747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43" y="682484"/>
            <a:ext cx="11925913" cy="5493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718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42B2B9-F7DC-4A14-DADF-887CD8D95D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2" y="387193"/>
            <a:ext cx="12160875" cy="608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287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93E18C-3271-2694-FCCD-95764B19BA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41" y="457047"/>
            <a:ext cx="12027518" cy="5943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768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8D865B-5479-B868-9855-45427530EE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2" y="628506"/>
            <a:ext cx="12173576" cy="5600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517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40</Words>
  <Application>Microsoft Office PowerPoint</Application>
  <PresentationFormat>Widescreen</PresentationFormat>
  <Paragraphs>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2</cp:revision>
  <dcterms:created xsi:type="dcterms:W3CDTF">2025-11-05T06:28:39Z</dcterms:created>
  <dcterms:modified xsi:type="dcterms:W3CDTF">2025-11-05T06:45:35Z</dcterms:modified>
</cp:coreProperties>
</file>